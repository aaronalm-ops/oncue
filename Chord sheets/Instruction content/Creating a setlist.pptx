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0" r:id="rId5"/>
    <p:sldId id="259" r:id="rId6"/>
    <p:sldId id="262" r:id="rId7"/>
    <p:sldId id="263" r:id="rId8"/>
    <p:sldId id="264" r:id="rId9"/>
    <p:sldId id="265" r:id="rId10"/>
    <p:sldId id="269" r:id="rId11"/>
    <p:sldId id="270" r:id="rId12"/>
    <p:sldId id="266" r:id="rId13"/>
    <p:sldId id="272" r:id="rId14"/>
    <p:sldId id="273" r:id="rId15"/>
    <p:sldId id="274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7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0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9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9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3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1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0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9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5C1F10A-B50B-4D82-AD7F-C44235FEDEBA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772B67A-9EAB-4117-8D4E-ACCACC33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48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1BF099-DCEF-B3F5-DEC8-820450D8D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28" y="0"/>
            <a:ext cx="3197543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91632E-9DF9-45F4-5DE3-039ABEF8B08B}"/>
              </a:ext>
            </a:extLst>
          </p:cNvPr>
          <p:cNvSpPr txBox="1"/>
          <p:nvPr/>
        </p:nvSpPr>
        <p:spPr>
          <a:xfrm>
            <a:off x="6268745" y="1240973"/>
            <a:ext cx="2603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Worship leaders have the option to create setlists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8358D3-C7D2-22A8-2D31-DF1EDC2D1765}"/>
              </a:ext>
            </a:extLst>
          </p:cNvPr>
          <p:cNvSpPr/>
          <p:nvPr/>
        </p:nvSpPr>
        <p:spPr>
          <a:xfrm>
            <a:off x="2973228" y="1217443"/>
            <a:ext cx="3197543" cy="937928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0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158B-374F-4D07-91A7-1B6243C5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9E528-FB23-D914-3B90-54FE97F5EB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05"/>
          <a:stretch>
            <a:fillRect/>
          </a:stretch>
        </p:blipFill>
        <p:spPr>
          <a:xfrm>
            <a:off x="563380" y="0"/>
            <a:ext cx="5230498" cy="662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92FE45-35CB-F915-0896-8398D33B74C3}"/>
              </a:ext>
            </a:extLst>
          </p:cNvPr>
          <p:cNvSpPr txBox="1"/>
          <p:nvPr/>
        </p:nvSpPr>
        <p:spPr>
          <a:xfrm>
            <a:off x="5793878" y="2090172"/>
            <a:ext cx="31977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The person creating the setlist will automatically be assigned as that Worship leader for the setlist, or you can change manually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B44E34-E95E-68FF-AF9E-D75950D609A3}"/>
              </a:ext>
            </a:extLst>
          </p:cNvPr>
          <p:cNvSpPr/>
          <p:nvPr/>
        </p:nvSpPr>
        <p:spPr>
          <a:xfrm>
            <a:off x="3131129" y="1943086"/>
            <a:ext cx="2626134" cy="1100431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614B-5F25-4730-C49A-BB734380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3D6C5-7BF6-516E-EA0E-56C005824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05"/>
          <a:stretch>
            <a:fillRect/>
          </a:stretch>
        </p:blipFill>
        <p:spPr>
          <a:xfrm>
            <a:off x="3154180" y="0"/>
            <a:ext cx="5230498" cy="6629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7EFB65-2F99-197E-B3C7-6E20FBDD0405}"/>
              </a:ext>
            </a:extLst>
          </p:cNvPr>
          <p:cNvSpPr txBox="1"/>
          <p:nvPr/>
        </p:nvSpPr>
        <p:spPr>
          <a:xfrm>
            <a:off x="-127951" y="2065386"/>
            <a:ext cx="3197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Click here to select the service date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3C9BD0-6FFF-D60A-30D5-966888FE424C}"/>
              </a:ext>
            </a:extLst>
          </p:cNvPr>
          <p:cNvSpPr/>
          <p:nvPr/>
        </p:nvSpPr>
        <p:spPr>
          <a:xfrm>
            <a:off x="3154181" y="1958454"/>
            <a:ext cx="2626134" cy="1100431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3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8EA70-5BDF-FB3B-F57C-FCE2D67A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105299-182B-7CFF-3C44-F912ECF4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59"/>
          <a:stretch>
            <a:fillRect/>
          </a:stretch>
        </p:blipFill>
        <p:spPr>
          <a:xfrm>
            <a:off x="3060314" y="0"/>
            <a:ext cx="534337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E5AC58-F19A-A93F-B663-49E441E41F0E}"/>
              </a:ext>
            </a:extLst>
          </p:cNvPr>
          <p:cNvSpPr txBox="1"/>
          <p:nvPr/>
        </p:nvSpPr>
        <p:spPr>
          <a:xfrm>
            <a:off x="507146" y="2043614"/>
            <a:ext cx="2553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If a non-service day is selected, it’ll flag it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31D14C-231F-43DE-B3FC-7F5E75FF8789}"/>
              </a:ext>
            </a:extLst>
          </p:cNvPr>
          <p:cNvCxnSpPr>
            <a:cxnSpLocks/>
          </p:cNvCxnSpPr>
          <p:nvPr/>
        </p:nvCxnSpPr>
        <p:spPr>
          <a:xfrm>
            <a:off x="3265714" y="3222172"/>
            <a:ext cx="19158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18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C476-EC7A-EE60-7EDC-F573A59D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50B548-A71E-C5E3-A524-29785A3A2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524"/>
          <a:stretch>
            <a:fillRect/>
          </a:stretch>
        </p:blipFill>
        <p:spPr>
          <a:xfrm>
            <a:off x="3060314" y="0"/>
            <a:ext cx="528727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02B371-482C-8D15-9155-E3D1E86555C0}"/>
              </a:ext>
            </a:extLst>
          </p:cNvPr>
          <p:cNvSpPr txBox="1"/>
          <p:nvPr/>
        </p:nvSpPr>
        <p:spPr>
          <a:xfrm>
            <a:off x="141514" y="3730901"/>
            <a:ext cx="284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Type the songs for the setlist here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231D31-EC65-03C8-1B93-B456F55827B6}"/>
              </a:ext>
            </a:extLst>
          </p:cNvPr>
          <p:cNvSpPr/>
          <p:nvPr/>
        </p:nvSpPr>
        <p:spPr>
          <a:xfrm>
            <a:off x="3154180" y="3373111"/>
            <a:ext cx="5269609" cy="1100431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6366-5F9F-AD1D-6991-23CE709A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0240B8-ED1D-AB19-A458-CD006EE1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00" b="10635"/>
          <a:stretch>
            <a:fillRect/>
          </a:stretch>
        </p:blipFill>
        <p:spPr>
          <a:xfrm>
            <a:off x="3901600" y="0"/>
            <a:ext cx="3828588" cy="6837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8D6487-E6CD-EFA4-AE90-99B4C67CDA6B}"/>
              </a:ext>
            </a:extLst>
          </p:cNvPr>
          <p:cNvSpPr txBox="1"/>
          <p:nvPr/>
        </p:nvSpPr>
        <p:spPr>
          <a:xfrm>
            <a:off x="607076" y="1803186"/>
            <a:ext cx="30652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When you type, it’ll pull up all existing uploaded songs which have the keywords in the title or lyrics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D9405-D518-3B8C-247C-12D3AB0881A2}"/>
              </a:ext>
            </a:extLst>
          </p:cNvPr>
          <p:cNvSpPr txBox="1"/>
          <p:nvPr/>
        </p:nvSpPr>
        <p:spPr>
          <a:xfrm>
            <a:off x="721709" y="4898336"/>
            <a:ext cx="30652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If the </a:t>
            </a:r>
            <a:r>
              <a:rPr lang="en-US" sz="2400" b="1" dirty="0">
                <a:solidFill>
                  <a:srgbClr val="00B0F0"/>
                </a:solidFill>
              </a:rPr>
              <a:t>chords</a:t>
            </a:r>
            <a:r>
              <a:rPr lang="en-US" sz="2400" b="1" dirty="0">
                <a:solidFill>
                  <a:srgbClr val="FF0000"/>
                </a:solidFill>
              </a:rPr>
              <a:t> for the song have </a:t>
            </a:r>
            <a:r>
              <a:rPr lang="en-US" sz="2400" b="1" dirty="0">
                <a:solidFill>
                  <a:srgbClr val="00B0F0"/>
                </a:solidFill>
              </a:rPr>
              <a:t>not been uploaded</a:t>
            </a:r>
            <a:r>
              <a:rPr lang="en-US" sz="2400" b="1" dirty="0">
                <a:solidFill>
                  <a:srgbClr val="FF0000"/>
                </a:solidFill>
              </a:rPr>
              <a:t>, the song won’t be in the list.</a:t>
            </a:r>
            <a:br>
              <a:rPr lang="en-US" sz="2400" b="1" dirty="0">
                <a:solidFill>
                  <a:srgbClr val="00B0F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Just click on </a:t>
            </a:r>
            <a:r>
              <a:rPr lang="en-US" sz="2400" b="1" u="sng" dirty="0">
                <a:solidFill>
                  <a:srgbClr val="92D050"/>
                </a:solidFill>
              </a:rPr>
              <a:t>+Add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FD7CFA-9419-8077-1315-BBCED5FE7C0A}"/>
              </a:ext>
            </a:extLst>
          </p:cNvPr>
          <p:cNvSpPr/>
          <p:nvPr/>
        </p:nvSpPr>
        <p:spPr>
          <a:xfrm>
            <a:off x="3966817" y="6271271"/>
            <a:ext cx="2433984" cy="435427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53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236D-BF00-6408-14F6-2031719B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5A13EE-69A1-9320-AACF-EA131BA3B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4" b="26667"/>
          <a:stretch>
            <a:fillRect/>
          </a:stretch>
        </p:blipFill>
        <p:spPr>
          <a:xfrm>
            <a:off x="3898514" y="0"/>
            <a:ext cx="472876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B8DF7B-B23A-C266-3F60-F5EB4DA9CBFD}"/>
              </a:ext>
            </a:extLst>
          </p:cNvPr>
          <p:cNvSpPr txBox="1"/>
          <p:nvPr/>
        </p:nvSpPr>
        <p:spPr>
          <a:xfrm>
            <a:off x="596192" y="2393839"/>
            <a:ext cx="30652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If the </a:t>
            </a:r>
            <a:r>
              <a:rPr lang="en-US" sz="2400" b="1" dirty="0">
                <a:solidFill>
                  <a:srgbClr val="00B0F0"/>
                </a:solidFill>
              </a:rPr>
              <a:t>chords</a:t>
            </a:r>
            <a:r>
              <a:rPr lang="en-US" sz="2400" b="1" dirty="0">
                <a:solidFill>
                  <a:srgbClr val="FF0000"/>
                </a:solidFill>
              </a:rPr>
              <a:t> for the song have been uploaded, you can </a:t>
            </a:r>
            <a:r>
              <a:rPr lang="en-US" sz="2400" b="1" dirty="0">
                <a:solidFill>
                  <a:srgbClr val="92D050"/>
                </a:solidFill>
              </a:rPr>
              <a:t>select it from here</a:t>
            </a:r>
            <a:r>
              <a:rPr lang="en-US" sz="2400" b="1" dirty="0">
                <a:solidFill>
                  <a:srgbClr val="FF0000"/>
                </a:solidFill>
              </a:rPr>
              <a:t>. </a:t>
            </a:r>
          </a:p>
          <a:p>
            <a:pPr algn="r"/>
            <a:endParaRPr lang="en-US" sz="2400" b="1" dirty="0">
              <a:solidFill>
                <a:srgbClr val="FF0000"/>
              </a:solidFill>
            </a:endParaRPr>
          </a:p>
          <a:p>
            <a:pPr algn="r"/>
            <a:r>
              <a:rPr lang="en-US" sz="2400" b="1" dirty="0">
                <a:solidFill>
                  <a:srgbClr val="FF0000"/>
                </a:solidFill>
              </a:rPr>
              <a:t>Starting Lyrics are listed for reference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3EA28E-B5B7-779E-865C-EE1C0FEB8D8D}"/>
              </a:ext>
            </a:extLst>
          </p:cNvPr>
          <p:cNvSpPr/>
          <p:nvPr/>
        </p:nvSpPr>
        <p:spPr>
          <a:xfrm>
            <a:off x="3898514" y="3297240"/>
            <a:ext cx="4728761" cy="926417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1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16F2-FE75-D8F1-E3E0-FB579DB2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B2834-E995-7804-186B-3511B6BA2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5" b="14762"/>
          <a:stretch>
            <a:fillRect/>
          </a:stretch>
        </p:blipFill>
        <p:spPr>
          <a:xfrm>
            <a:off x="523943" y="0"/>
            <a:ext cx="402086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6FB4B7-F568-2DD2-F658-88581755EE50}"/>
              </a:ext>
            </a:extLst>
          </p:cNvPr>
          <p:cNvSpPr txBox="1"/>
          <p:nvPr/>
        </p:nvSpPr>
        <p:spPr>
          <a:xfrm>
            <a:off x="4572000" y="2796570"/>
            <a:ext cx="3065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Once the setlist is complete, you can enter the </a:t>
            </a:r>
            <a:r>
              <a:rPr lang="en-US" sz="2400" b="1" dirty="0">
                <a:solidFill>
                  <a:srgbClr val="00B0F0"/>
                </a:solidFill>
              </a:rPr>
              <a:t>Scale/Key </a:t>
            </a:r>
            <a:r>
              <a:rPr lang="en-US" sz="2400" b="1" dirty="0">
                <a:solidFill>
                  <a:srgbClr val="FF0000"/>
                </a:solidFill>
              </a:rPr>
              <a:t>for the songs here 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7F60F5-91B4-8385-03E2-50781CC846DD}"/>
              </a:ext>
            </a:extLst>
          </p:cNvPr>
          <p:cNvSpPr/>
          <p:nvPr/>
        </p:nvSpPr>
        <p:spPr>
          <a:xfrm>
            <a:off x="2002972" y="2960914"/>
            <a:ext cx="1479033" cy="3102429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468C1-C1D2-3909-D774-BA4E8FD13F44}"/>
              </a:ext>
            </a:extLst>
          </p:cNvPr>
          <p:cNvSpPr txBox="1"/>
          <p:nvPr/>
        </p:nvSpPr>
        <p:spPr>
          <a:xfrm>
            <a:off x="4572000" y="4712455"/>
            <a:ext cx="3065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Songs without chords uploaded will flag saying </a:t>
            </a:r>
            <a:r>
              <a:rPr lang="en-US" sz="2400" b="1" u="sng" dirty="0">
                <a:solidFill>
                  <a:srgbClr val="00B0F0"/>
                </a:solidFill>
              </a:rPr>
              <a:t>“needs chords”</a:t>
            </a:r>
          </a:p>
        </p:txBody>
      </p:sp>
    </p:spTree>
    <p:extLst>
      <p:ext uri="{BB962C8B-B14F-4D97-AF65-F5344CB8AC3E}">
        <p14:creationId xmlns:p14="http://schemas.microsoft.com/office/powerpoint/2010/main" val="227416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704D9-F536-1B0C-884F-E8AE8BAA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5EC68-815D-BA58-8F65-6896B26F48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49" b="16032"/>
          <a:stretch>
            <a:fillRect/>
          </a:stretch>
        </p:blipFill>
        <p:spPr>
          <a:xfrm>
            <a:off x="525961" y="21773"/>
            <a:ext cx="4004607" cy="66838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E7C0B6-0904-3DF0-3CF8-43E94ECC3D87}"/>
              </a:ext>
            </a:extLst>
          </p:cNvPr>
          <p:cNvSpPr txBox="1"/>
          <p:nvPr/>
        </p:nvSpPr>
        <p:spPr>
          <a:xfrm>
            <a:off x="4898572" y="5124269"/>
            <a:ext cx="3556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After verifying the list, You can then click on </a:t>
            </a:r>
            <a:r>
              <a:rPr lang="en-US" sz="2400" b="1" dirty="0">
                <a:solidFill>
                  <a:srgbClr val="92D050"/>
                </a:solidFill>
              </a:rPr>
              <a:t>“Create setlist”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897007-134E-6B0B-333F-DC36DA206966}"/>
              </a:ext>
            </a:extLst>
          </p:cNvPr>
          <p:cNvSpPr/>
          <p:nvPr/>
        </p:nvSpPr>
        <p:spPr>
          <a:xfrm flipV="1">
            <a:off x="417103" y="6008913"/>
            <a:ext cx="4113465" cy="696687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2B71-4A61-5A9C-0BEB-3C3DD4BF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4BCF84-B64D-BC19-9137-8CA85D4F2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29" b="18427"/>
          <a:stretch>
            <a:fillRect/>
          </a:stretch>
        </p:blipFill>
        <p:spPr>
          <a:xfrm>
            <a:off x="5603846" y="0"/>
            <a:ext cx="2391462" cy="6787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43B364-DC10-071A-DA47-B0BFE64D52ED}"/>
              </a:ext>
            </a:extLst>
          </p:cNvPr>
          <p:cNvSpPr txBox="1"/>
          <p:nvPr/>
        </p:nvSpPr>
        <p:spPr>
          <a:xfrm>
            <a:off x="830939" y="565220"/>
            <a:ext cx="355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The setlist is now ready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D804B-8E1D-113F-BB9B-85522C7B4A24}"/>
              </a:ext>
            </a:extLst>
          </p:cNvPr>
          <p:cNvSpPr txBox="1"/>
          <p:nvPr/>
        </p:nvSpPr>
        <p:spPr>
          <a:xfrm>
            <a:off x="646060" y="5443106"/>
            <a:ext cx="3925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You can </a:t>
            </a:r>
            <a:r>
              <a:rPr lang="en-US" sz="2400" b="1" dirty="0">
                <a:solidFill>
                  <a:srgbClr val="00B0F0"/>
                </a:solidFill>
              </a:rPr>
              <a:t>upload </a:t>
            </a:r>
            <a:r>
              <a:rPr lang="en-US" sz="2400" b="1" dirty="0">
                <a:solidFill>
                  <a:srgbClr val="FF0000"/>
                </a:solidFill>
              </a:rPr>
              <a:t>the </a:t>
            </a:r>
            <a:r>
              <a:rPr lang="en-US" sz="2400" b="1" dirty="0">
                <a:solidFill>
                  <a:srgbClr val="00B0F0"/>
                </a:solidFill>
              </a:rPr>
              <a:t>chords</a:t>
            </a:r>
            <a:r>
              <a:rPr lang="en-US" sz="2400" b="1" dirty="0">
                <a:solidFill>
                  <a:srgbClr val="FF0000"/>
                </a:solidFill>
              </a:rPr>
              <a:t> for the songs that don’t have them if available 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0F84F6-0F1C-F425-0867-2F6DF8A29358}"/>
              </a:ext>
            </a:extLst>
          </p:cNvPr>
          <p:cNvSpPr/>
          <p:nvPr/>
        </p:nvSpPr>
        <p:spPr>
          <a:xfrm>
            <a:off x="7255791" y="5495420"/>
            <a:ext cx="739517" cy="815878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3CEE7-DDD6-F920-7B6C-8264EA0D96AE}"/>
              </a:ext>
            </a:extLst>
          </p:cNvPr>
          <p:cNvCxnSpPr>
            <a:cxnSpLocks/>
          </p:cNvCxnSpPr>
          <p:nvPr/>
        </p:nvCxnSpPr>
        <p:spPr>
          <a:xfrm>
            <a:off x="4737100" y="5909001"/>
            <a:ext cx="25186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FB7922-9F01-2AD1-66F7-EABBD32A722A}"/>
              </a:ext>
            </a:extLst>
          </p:cNvPr>
          <p:cNvSpPr txBox="1"/>
          <p:nvPr/>
        </p:nvSpPr>
        <p:spPr>
          <a:xfrm>
            <a:off x="1729910" y="2634831"/>
            <a:ext cx="3556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You can make any changes to the setlist here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13BDE9-1D1E-01DE-F015-B30B7F1F6255}"/>
              </a:ext>
            </a:extLst>
          </p:cNvPr>
          <p:cNvSpPr/>
          <p:nvPr/>
        </p:nvSpPr>
        <p:spPr>
          <a:xfrm>
            <a:off x="5418966" y="2831358"/>
            <a:ext cx="2709216" cy="815878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1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863D-D758-222B-4683-02299E62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DAC4A7-4760-4F89-5D7C-B04017B66E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29" b="18427"/>
          <a:stretch>
            <a:fillRect/>
          </a:stretch>
        </p:blipFill>
        <p:spPr>
          <a:xfrm>
            <a:off x="5603846" y="0"/>
            <a:ext cx="2391462" cy="6787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B7E1EB-44F9-6D45-28ED-17CEBDAC74FC}"/>
              </a:ext>
            </a:extLst>
          </p:cNvPr>
          <p:cNvSpPr txBox="1"/>
          <p:nvPr/>
        </p:nvSpPr>
        <p:spPr>
          <a:xfrm>
            <a:off x="830939" y="565220"/>
            <a:ext cx="355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The setlist is now ready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DFE54B-94FB-2E50-367B-DB959AC6F2E2}"/>
              </a:ext>
            </a:extLst>
          </p:cNvPr>
          <p:cNvSpPr/>
          <p:nvPr/>
        </p:nvSpPr>
        <p:spPr>
          <a:xfrm>
            <a:off x="5444969" y="3585350"/>
            <a:ext cx="2709216" cy="815878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BCB6B6-F06C-E855-51C5-3C9E1B8F2702}"/>
              </a:ext>
            </a:extLst>
          </p:cNvPr>
          <p:cNvSpPr txBox="1"/>
          <p:nvPr/>
        </p:nvSpPr>
        <p:spPr>
          <a:xfrm>
            <a:off x="1531741" y="3208459"/>
            <a:ext cx="3556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And once you’re ready to share the setlist on the </a:t>
            </a:r>
            <a:r>
              <a:rPr lang="en-US" sz="2400" b="1" dirty="0" err="1">
                <a:solidFill>
                  <a:srgbClr val="FF0000"/>
                </a:solidFill>
              </a:rPr>
              <a:t>Whatsapp</a:t>
            </a:r>
            <a:r>
              <a:rPr lang="en-US" sz="2400" b="1" dirty="0">
                <a:solidFill>
                  <a:srgbClr val="FF0000"/>
                </a:solidFill>
              </a:rPr>
              <a:t> group, </a:t>
            </a:r>
            <a:r>
              <a:rPr lang="en-US" sz="2400" b="1" dirty="0">
                <a:solidFill>
                  <a:srgbClr val="92D050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2157462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69992-EC3E-211B-6984-3AFCD598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0BA3E47-DD34-6BDB-566D-3D1FFA7F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3" b="24603"/>
          <a:stretch>
            <a:fillRect/>
          </a:stretch>
        </p:blipFill>
        <p:spPr>
          <a:xfrm>
            <a:off x="1210488" y="0"/>
            <a:ext cx="2949264" cy="67672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85D6A6-C58B-B765-A309-6221B95F7F7F}"/>
              </a:ext>
            </a:extLst>
          </p:cNvPr>
          <p:cNvSpPr txBox="1"/>
          <p:nvPr/>
        </p:nvSpPr>
        <p:spPr>
          <a:xfrm>
            <a:off x="4377330" y="706734"/>
            <a:ext cx="4241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You can add any </a:t>
            </a:r>
            <a:r>
              <a:rPr lang="en-US" sz="2400" b="1" dirty="0">
                <a:solidFill>
                  <a:srgbClr val="00B0F0"/>
                </a:solidFill>
              </a:rPr>
              <a:t>notes</a:t>
            </a:r>
            <a:r>
              <a:rPr lang="en-US" sz="2400" b="1" dirty="0">
                <a:solidFill>
                  <a:srgbClr val="FF0000"/>
                </a:solidFill>
              </a:rPr>
              <a:t> against individual songs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935E2B6-34A2-6D6D-8E09-9016E934C88A}"/>
              </a:ext>
            </a:extLst>
          </p:cNvPr>
          <p:cNvSpPr/>
          <p:nvPr/>
        </p:nvSpPr>
        <p:spPr>
          <a:xfrm>
            <a:off x="2563455" y="895940"/>
            <a:ext cx="1539818" cy="402664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83DC63-DE28-A3A2-FF58-58C8458DECC1}"/>
              </a:ext>
            </a:extLst>
          </p:cNvPr>
          <p:cNvSpPr txBox="1"/>
          <p:nvPr/>
        </p:nvSpPr>
        <p:spPr>
          <a:xfrm>
            <a:off x="4377330" y="4036723"/>
            <a:ext cx="4158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The notes will be visible in the WhatsApp message</a:t>
            </a:r>
            <a:endParaRPr lang="en-US" sz="2400" b="1" dirty="0">
              <a:solidFill>
                <a:srgbClr val="92D05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F89B79-D8AE-10A5-7A97-CB347F96534C}"/>
              </a:ext>
            </a:extLst>
          </p:cNvPr>
          <p:cNvCxnSpPr>
            <a:cxnSpLocks/>
          </p:cNvCxnSpPr>
          <p:nvPr/>
        </p:nvCxnSpPr>
        <p:spPr>
          <a:xfrm>
            <a:off x="2501405" y="4452222"/>
            <a:ext cx="9410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95AEFB9-C0C0-BA34-06C2-C964D40F3DE9}"/>
              </a:ext>
            </a:extLst>
          </p:cNvPr>
          <p:cNvCxnSpPr>
            <a:cxnSpLocks/>
          </p:cNvCxnSpPr>
          <p:nvPr/>
        </p:nvCxnSpPr>
        <p:spPr>
          <a:xfrm>
            <a:off x="2289770" y="5480591"/>
            <a:ext cx="20198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1E6C07-EB84-84B8-45F6-816DE6E53446}"/>
              </a:ext>
            </a:extLst>
          </p:cNvPr>
          <p:cNvSpPr txBox="1"/>
          <p:nvPr/>
        </p:nvSpPr>
        <p:spPr>
          <a:xfrm>
            <a:off x="4377329" y="5232804"/>
            <a:ext cx="4158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Scales will automatically pull from the Setlist</a:t>
            </a:r>
            <a:endParaRPr lang="en-US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83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B272-FB5D-DAA0-9EDF-AC49262D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6A49753-A79C-E3CC-A82A-201A15996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3" b="24603"/>
          <a:stretch>
            <a:fillRect/>
          </a:stretch>
        </p:blipFill>
        <p:spPr>
          <a:xfrm>
            <a:off x="3378790" y="90741"/>
            <a:ext cx="2949264" cy="6767259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05DD15-2D14-3003-AE04-4255872CC474}"/>
              </a:ext>
            </a:extLst>
          </p:cNvPr>
          <p:cNvSpPr/>
          <p:nvPr/>
        </p:nvSpPr>
        <p:spPr>
          <a:xfrm>
            <a:off x="3463892" y="3256296"/>
            <a:ext cx="1930300" cy="402664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E6597-B165-3E05-1396-909EDDB03A91}"/>
              </a:ext>
            </a:extLst>
          </p:cNvPr>
          <p:cNvSpPr txBox="1"/>
          <p:nvPr/>
        </p:nvSpPr>
        <p:spPr>
          <a:xfrm>
            <a:off x="291993" y="2206601"/>
            <a:ext cx="30076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A </a:t>
            </a:r>
            <a:r>
              <a:rPr lang="en-US" sz="2400" b="1" u="sng" dirty="0">
                <a:solidFill>
                  <a:srgbClr val="FF0000"/>
                </a:solidFill>
              </a:rPr>
              <a:t>YouTube playlist </a:t>
            </a:r>
            <a:r>
              <a:rPr lang="en-US" sz="2400" b="1" dirty="0">
                <a:solidFill>
                  <a:srgbClr val="FF0000"/>
                </a:solidFill>
              </a:rPr>
              <a:t>is </a:t>
            </a:r>
            <a:r>
              <a:rPr lang="en-US" sz="2400" b="1" dirty="0">
                <a:solidFill>
                  <a:srgbClr val="00B0F0"/>
                </a:solidFill>
              </a:rPr>
              <a:t>automatically created </a:t>
            </a:r>
            <a:r>
              <a:rPr lang="en-US" sz="2400" b="1" dirty="0">
                <a:solidFill>
                  <a:srgbClr val="FF0000"/>
                </a:solidFill>
              </a:rPr>
              <a:t>for the songs based on past records. </a:t>
            </a:r>
          </a:p>
          <a:p>
            <a:pPr algn="r"/>
            <a:r>
              <a:rPr lang="en-US" sz="2400" b="1" dirty="0">
                <a:solidFill>
                  <a:srgbClr val="FF0000"/>
                </a:solidFill>
              </a:rPr>
              <a:t>You can include/exclude the playlist in your message here 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E6FD3-0293-8909-BFCF-490FC3D345F5}"/>
              </a:ext>
            </a:extLst>
          </p:cNvPr>
          <p:cNvSpPr txBox="1"/>
          <p:nvPr/>
        </p:nvSpPr>
        <p:spPr>
          <a:xfrm>
            <a:off x="6193331" y="3158937"/>
            <a:ext cx="2658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You can view the playlist here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A55BFE-69FF-5330-32A3-6C0A5BFFE096}"/>
              </a:ext>
            </a:extLst>
          </p:cNvPr>
          <p:cNvSpPr/>
          <p:nvPr/>
        </p:nvSpPr>
        <p:spPr>
          <a:xfrm>
            <a:off x="5473294" y="3313673"/>
            <a:ext cx="720037" cy="321393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EA52A8-CDEF-39F6-9F00-741A068C5FD0}"/>
              </a:ext>
            </a:extLst>
          </p:cNvPr>
          <p:cNvSpPr txBox="1"/>
          <p:nvPr/>
        </p:nvSpPr>
        <p:spPr>
          <a:xfrm>
            <a:off x="6407156" y="5538396"/>
            <a:ext cx="2658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You can see it in the message here</a:t>
            </a:r>
            <a:endParaRPr lang="en-US" sz="2400" b="1" dirty="0">
              <a:solidFill>
                <a:srgbClr val="92D05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F588F4-C909-331E-6FBF-2C9AAB42AAC1}"/>
              </a:ext>
            </a:extLst>
          </p:cNvPr>
          <p:cNvCxnSpPr>
            <a:cxnSpLocks/>
          </p:cNvCxnSpPr>
          <p:nvPr/>
        </p:nvCxnSpPr>
        <p:spPr>
          <a:xfrm>
            <a:off x="3918785" y="6118366"/>
            <a:ext cx="20198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4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9D97-B21C-E942-8F12-3D5C33B7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522C6D0-6AB7-5D96-4E0C-CBE3D98F35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3" b="24603"/>
          <a:stretch>
            <a:fillRect/>
          </a:stretch>
        </p:blipFill>
        <p:spPr>
          <a:xfrm>
            <a:off x="4431503" y="58050"/>
            <a:ext cx="2949264" cy="6767259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E3006A9-B318-5109-30CD-BFE638AF67E1}"/>
              </a:ext>
            </a:extLst>
          </p:cNvPr>
          <p:cNvSpPr/>
          <p:nvPr/>
        </p:nvSpPr>
        <p:spPr>
          <a:xfrm>
            <a:off x="4552678" y="3541744"/>
            <a:ext cx="2309163" cy="402664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40F16-E941-25F9-629A-4523C5645025}"/>
              </a:ext>
            </a:extLst>
          </p:cNvPr>
          <p:cNvSpPr txBox="1"/>
          <p:nvPr/>
        </p:nvSpPr>
        <p:spPr>
          <a:xfrm>
            <a:off x="444374" y="3028792"/>
            <a:ext cx="39265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If chord sheets exist, you can include the song lyrics at the end of your message by checking this box</a:t>
            </a:r>
            <a:endParaRPr lang="en-US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709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B9E7-8F12-F7A2-C75F-929DD325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631D1B-137B-D657-AE1E-0AFD634266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2" b="3529"/>
          <a:stretch>
            <a:fillRect/>
          </a:stretch>
        </p:blipFill>
        <p:spPr>
          <a:xfrm>
            <a:off x="4370915" y="0"/>
            <a:ext cx="3458308" cy="6864623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0546B8-6F58-D79E-B1F8-DA66ECA1A3F3}"/>
              </a:ext>
            </a:extLst>
          </p:cNvPr>
          <p:cNvSpPr/>
          <p:nvPr/>
        </p:nvSpPr>
        <p:spPr>
          <a:xfrm>
            <a:off x="4572000" y="1574631"/>
            <a:ext cx="2904565" cy="945731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BF2D5-F818-4B4E-9C2C-1D8CA3CF7953}"/>
              </a:ext>
            </a:extLst>
          </p:cNvPr>
          <p:cNvSpPr txBox="1"/>
          <p:nvPr/>
        </p:nvSpPr>
        <p:spPr>
          <a:xfrm>
            <a:off x="206169" y="1422829"/>
            <a:ext cx="3926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Select which parts of the song you want to include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46DA2-D543-E2C9-61CC-A9C312896959}"/>
              </a:ext>
            </a:extLst>
          </p:cNvPr>
          <p:cNvSpPr txBox="1"/>
          <p:nvPr/>
        </p:nvSpPr>
        <p:spPr>
          <a:xfrm>
            <a:off x="645459" y="5283369"/>
            <a:ext cx="3926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Scroll here to see the message</a:t>
            </a:r>
            <a:endParaRPr lang="en-US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35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5D12-38FB-913D-A866-F1FF3803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A160921-B8E2-8F34-9498-F05421EE6C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774" b="24604"/>
          <a:stretch>
            <a:fillRect/>
          </a:stretch>
        </p:blipFill>
        <p:spPr>
          <a:xfrm>
            <a:off x="2105426" y="1278064"/>
            <a:ext cx="4933145" cy="33963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B3B1D1-E747-8EA4-4BD4-DA35AB935093}"/>
              </a:ext>
            </a:extLst>
          </p:cNvPr>
          <p:cNvSpPr txBox="1"/>
          <p:nvPr/>
        </p:nvSpPr>
        <p:spPr>
          <a:xfrm>
            <a:off x="1917166" y="4969667"/>
            <a:ext cx="53096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From here you can either </a:t>
            </a:r>
            <a:r>
              <a:rPr lang="en-US" sz="2400" b="1" dirty="0">
                <a:solidFill>
                  <a:srgbClr val="00B0F0"/>
                </a:solidFill>
              </a:rPr>
              <a:t>Copy</a:t>
            </a:r>
            <a:r>
              <a:rPr lang="en-US" sz="2400" b="1" dirty="0">
                <a:solidFill>
                  <a:srgbClr val="FF0000"/>
                </a:solidFill>
              </a:rPr>
              <a:t> the message, or click on </a:t>
            </a:r>
            <a:r>
              <a:rPr lang="en-US" sz="2400" b="1" dirty="0">
                <a:solidFill>
                  <a:srgbClr val="92D050"/>
                </a:solidFill>
              </a:rPr>
              <a:t>“Share on WhatsApp” </a:t>
            </a:r>
            <a:r>
              <a:rPr lang="en-US" sz="2400" b="1" dirty="0">
                <a:solidFill>
                  <a:srgbClr val="FF0000"/>
                </a:solidFill>
              </a:rPr>
              <a:t>and it’ll draft the message in the WhatsApp chat</a:t>
            </a:r>
            <a:endParaRPr lang="en-US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810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338</Words>
  <Application>Microsoft Office PowerPoint</Application>
  <PresentationFormat>On-screen Show (4:3)</PresentationFormat>
  <Paragraphs>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Almeida</dc:creator>
  <cp:lastModifiedBy>Aaron Almeida</cp:lastModifiedBy>
  <cp:revision>1</cp:revision>
  <dcterms:created xsi:type="dcterms:W3CDTF">2026-07-24T08:34:51Z</dcterms:created>
  <dcterms:modified xsi:type="dcterms:W3CDTF">2026-07-24T11:07:41Z</dcterms:modified>
</cp:coreProperties>
</file>