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3" r:id="rId9"/>
    <p:sldId id="262" r:id="rId10"/>
    <p:sldId id="265" r:id="rId11"/>
    <p:sldId id="261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2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71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89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8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2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30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F91467E-1107-44E9-8AC8-4BA8D0D5D793}" type="datetimeFigureOut">
              <a:rPr lang="en-US" smtClean="0"/>
              <a:t>24-Jul-26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E9D1E97-ED26-4294-B0A3-797662A92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543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DEF7B8-81D5-DA5B-A1AD-8843C806B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BDC4865-DB5B-4937-CB98-FACD059DF7D9}"/>
              </a:ext>
            </a:extLst>
          </p:cNvPr>
          <p:cNvSpPr/>
          <p:nvPr/>
        </p:nvSpPr>
        <p:spPr>
          <a:xfrm>
            <a:off x="4811487" y="359230"/>
            <a:ext cx="990600" cy="78377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1CD4A-8DBE-0C8E-3B64-861ADC119B14}"/>
              </a:ext>
            </a:extLst>
          </p:cNvPr>
          <p:cNvSpPr txBox="1"/>
          <p:nvPr/>
        </p:nvSpPr>
        <p:spPr>
          <a:xfrm>
            <a:off x="6170774" y="359230"/>
            <a:ext cx="2712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 the home page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Click on </a:t>
            </a:r>
            <a:r>
              <a:rPr lang="en-US" sz="2400" b="1" u="sng" dirty="0">
                <a:solidFill>
                  <a:srgbClr val="FF0000"/>
                </a:solidFill>
              </a:rPr>
              <a:t>“Chords”</a:t>
            </a:r>
          </a:p>
        </p:txBody>
      </p:sp>
    </p:spTree>
    <p:extLst>
      <p:ext uri="{BB962C8B-B14F-4D97-AF65-F5344CB8AC3E}">
        <p14:creationId xmlns:p14="http://schemas.microsoft.com/office/powerpoint/2010/main" val="185000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5DD2D6-0093-474E-7508-180DCB134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75F623-324B-F5DF-A0AD-AE262281AEC6}"/>
              </a:ext>
            </a:extLst>
          </p:cNvPr>
          <p:cNvSpPr txBox="1"/>
          <p:nvPr/>
        </p:nvSpPr>
        <p:spPr>
          <a:xfrm>
            <a:off x="6170774" y="2644170"/>
            <a:ext cx="27432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have the whole list of uploaded songs here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CFA2E2-0B85-212F-A229-E536491365EE}"/>
              </a:ext>
            </a:extLst>
          </p:cNvPr>
          <p:cNvSpPr txBox="1"/>
          <p:nvPr/>
        </p:nvSpPr>
        <p:spPr>
          <a:xfrm>
            <a:off x="6170774" y="4549170"/>
            <a:ext cx="27432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might have multiple versions of songs, hence </a:t>
            </a:r>
            <a:r>
              <a:rPr lang="en-US" sz="2400" b="1" u="sng" dirty="0">
                <a:solidFill>
                  <a:srgbClr val="00B0F0"/>
                </a:solidFill>
              </a:rPr>
              <a:t>Artist names</a:t>
            </a:r>
          </a:p>
        </p:txBody>
      </p:sp>
    </p:spTree>
    <p:extLst>
      <p:ext uri="{BB962C8B-B14F-4D97-AF65-F5344CB8AC3E}">
        <p14:creationId xmlns:p14="http://schemas.microsoft.com/office/powerpoint/2010/main" val="1027395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821D1-BEC9-BF35-63C9-933A8499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DA9024-D0C8-F209-1EC6-550FEE59C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5D6EA42-70C3-53F7-82F7-C247789BFA7A}"/>
              </a:ext>
            </a:extLst>
          </p:cNvPr>
          <p:cNvSpPr/>
          <p:nvPr/>
        </p:nvSpPr>
        <p:spPr>
          <a:xfrm>
            <a:off x="2973229" y="805545"/>
            <a:ext cx="1707629" cy="78377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D3DA98-0611-A9D4-9E03-1157C9A54C35}"/>
              </a:ext>
            </a:extLst>
          </p:cNvPr>
          <p:cNvSpPr txBox="1"/>
          <p:nvPr/>
        </p:nvSpPr>
        <p:spPr>
          <a:xfrm>
            <a:off x="261205" y="805545"/>
            <a:ext cx="236308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Here you select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“Upload chord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PDFs”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To upload </a:t>
            </a:r>
            <a:r>
              <a:rPr lang="en-US" sz="2400" b="1" u="sng" dirty="0">
                <a:solidFill>
                  <a:srgbClr val="FF0000"/>
                </a:solidFill>
              </a:rPr>
              <a:t>from </a:t>
            </a:r>
          </a:p>
          <a:p>
            <a:r>
              <a:rPr lang="en-US" sz="2400" b="1" u="sng" dirty="0">
                <a:solidFill>
                  <a:srgbClr val="FF0000"/>
                </a:solidFill>
              </a:rPr>
              <a:t>your device</a:t>
            </a:r>
          </a:p>
        </p:txBody>
      </p:sp>
    </p:spTree>
    <p:extLst>
      <p:ext uri="{BB962C8B-B14F-4D97-AF65-F5344CB8AC3E}">
        <p14:creationId xmlns:p14="http://schemas.microsoft.com/office/powerpoint/2010/main" val="17398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3B969F-92EA-13CE-DBE4-F370F4ECA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A2E4B9-72F0-B3E7-81E3-14BCC016BA5F}"/>
              </a:ext>
            </a:extLst>
          </p:cNvPr>
          <p:cNvSpPr/>
          <p:nvPr/>
        </p:nvSpPr>
        <p:spPr>
          <a:xfrm>
            <a:off x="2973231" y="1491343"/>
            <a:ext cx="3197543" cy="3113314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BA803-6E5F-0D07-E72B-CC3F7200351C}"/>
              </a:ext>
            </a:extLst>
          </p:cNvPr>
          <p:cNvSpPr txBox="1"/>
          <p:nvPr/>
        </p:nvSpPr>
        <p:spPr>
          <a:xfrm>
            <a:off x="6301402" y="2263170"/>
            <a:ext cx="27432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Once you’ve uploaded the PDF, you’ll fill song name, artist and </a:t>
            </a:r>
            <a:r>
              <a:rPr lang="en-US" sz="2400" b="1" u="sng" dirty="0">
                <a:solidFill>
                  <a:srgbClr val="FF0000"/>
                </a:solidFill>
              </a:rPr>
              <a:t>most importantly</a:t>
            </a:r>
            <a:r>
              <a:rPr lang="en-US" sz="2400" b="1" dirty="0">
                <a:solidFill>
                  <a:srgbClr val="FF0000"/>
                </a:solidFill>
              </a:rPr>
              <a:t>, the</a:t>
            </a:r>
            <a:r>
              <a:rPr lang="en-US" sz="2400" b="1" u="sng" dirty="0">
                <a:solidFill>
                  <a:srgbClr val="00B0F0"/>
                </a:solidFill>
              </a:rPr>
              <a:t> Scale </a:t>
            </a:r>
            <a:r>
              <a:rPr lang="en-US" sz="2400" b="1" dirty="0">
                <a:solidFill>
                  <a:srgbClr val="FF0000"/>
                </a:solidFill>
              </a:rPr>
              <a:t>the chord sheet is in</a:t>
            </a:r>
          </a:p>
        </p:txBody>
      </p:sp>
    </p:spTree>
    <p:extLst>
      <p:ext uri="{BB962C8B-B14F-4D97-AF65-F5344CB8AC3E}">
        <p14:creationId xmlns:p14="http://schemas.microsoft.com/office/powerpoint/2010/main" val="312373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743B8-E984-D1F3-0AD5-AC4FE920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F5E221-9CE2-7C6D-D65F-E7A834686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C92E3E-1E71-1A7E-8C26-3B0D24CA9E00}"/>
              </a:ext>
            </a:extLst>
          </p:cNvPr>
          <p:cNvSpPr/>
          <p:nvPr/>
        </p:nvSpPr>
        <p:spPr>
          <a:xfrm>
            <a:off x="2973231" y="1491343"/>
            <a:ext cx="3197543" cy="3113314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9D734-A227-9C66-4315-06597B8A27D4}"/>
              </a:ext>
            </a:extLst>
          </p:cNvPr>
          <p:cNvSpPr txBox="1"/>
          <p:nvPr/>
        </p:nvSpPr>
        <p:spPr>
          <a:xfrm>
            <a:off x="6301402" y="2263170"/>
            <a:ext cx="27432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Once you’ve uploaded the PDF, you’ll fill song name, artist and </a:t>
            </a:r>
            <a:r>
              <a:rPr lang="en-US" sz="2400" b="1" u="sng" dirty="0">
                <a:solidFill>
                  <a:srgbClr val="FF0000"/>
                </a:solidFill>
              </a:rPr>
              <a:t>most importantly</a:t>
            </a:r>
            <a:r>
              <a:rPr lang="en-US" sz="2400" b="1" dirty="0">
                <a:solidFill>
                  <a:srgbClr val="FF0000"/>
                </a:solidFill>
              </a:rPr>
              <a:t>, the</a:t>
            </a:r>
            <a:r>
              <a:rPr lang="en-US" sz="2400" b="1" u="sng" dirty="0">
                <a:solidFill>
                  <a:srgbClr val="00B0F0"/>
                </a:solidFill>
              </a:rPr>
              <a:t> Scale </a:t>
            </a:r>
            <a:r>
              <a:rPr lang="en-US" sz="2400" b="1" dirty="0">
                <a:solidFill>
                  <a:srgbClr val="FF0000"/>
                </a:solidFill>
              </a:rPr>
              <a:t>the chord sheet is 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5316C-3155-F35A-353C-83B4AD980DA6}"/>
              </a:ext>
            </a:extLst>
          </p:cNvPr>
          <p:cNvSpPr txBox="1"/>
          <p:nvPr/>
        </p:nvSpPr>
        <p:spPr>
          <a:xfrm>
            <a:off x="0" y="3048000"/>
            <a:ext cx="2743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If another version of the song exists, it’ll be listed here instead of “New song..”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BAD8FD-FE6D-DF4B-2522-41A1FEAE6AC2}"/>
              </a:ext>
            </a:extLst>
          </p:cNvPr>
          <p:cNvCxnSpPr/>
          <p:nvPr/>
        </p:nvCxnSpPr>
        <p:spPr>
          <a:xfrm>
            <a:off x="2744631" y="3690257"/>
            <a:ext cx="4572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9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BB1589-4199-4C9F-DB58-EC680A524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12C56D-EB7A-85C0-F714-3C77EAE50481}"/>
              </a:ext>
            </a:extLst>
          </p:cNvPr>
          <p:cNvSpPr/>
          <p:nvPr/>
        </p:nvSpPr>
        <p:spPr>
          <a:xfrm flipV="1">
            <a:off x="2973231" y="4952999"/>
            <a:ext cx="3197543" cy="85997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92FF2-7784-A594-73C3-9044FE57E761}"/>
              </a:ext>
            </a:extLst>
          </p:cNvPr>
          <p:cNvSpPr txBox="1"/>
          <p:nvPr/>
        </p:nvSpPr>
        <p:spPr>
          <a:xfrm>
            <a:off x="6290516" y="2633284"/>
            <a:ext cx="27432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It takes a few seconds to load, or you may have to refresh, but eventually you’ll see the song listed here pending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7AD9A-7824-7980-DF06-C4411C9FF4D2}"/>
              </a:ext>
            </a:extLst>
          </p:cNvPr>
          <p:cNvSpPr txBox="1"/>
          <p:nvPr/>
        </p:nvSpPr>
        <p:spPr>
          <a:xfrm>
            <a:off x="346916" y="5152151"/>
            <a:ext cx="274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Click on the song</a:t>
            </a:r>
          </a:p>
        </p:txBody>
      </p:sp>
    </p:spTree>
    <p:extLst>
      <p:ext uri="{BB962C8B-B14F-4D97-AF65-F5344CB8AC3E}">
        <p14:creationId xmlns:p14="http://schemas.microsoft.com/office/powerpoint/2010/main" val="3581597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6FDD08-5105-B297-6E54-598AAA2DF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3BAE227-439F-7650-C1CB-194ECB0247E1}"/>
              </a:ext>
            </a:extLst>
          </p:cNvPr>
          <p:cNvSpPr/>
          <p:nvPr/>
        </p:nvSpPr>
        <p:spPr>
          <a:xfrm>
            <a:off x="2973231" y="5921830"/>
            <a:ext cx="2545826" cy="78377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25A932-E15F-B263-9C82-796F7ABD3AD2}"/>
              </a:ext>
            </a:extLst>
          </p:cNvPr>
          <p:cNvSpPr/>
          <p:nvPr/>
        </p:nvSpPr>
        <p:spPr>
          <a:xfrm flipV="1">
            <a:off x="2973228" y="1219200"/>
            <a:ext cx="3197543" cy="859971"/>
          </a:xfrm>
          <a:prstGeom prst="roundRect">
            <a:avLst>
              <a:gd name="adj" fmla="val 5828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326D2-BB8C-0683-ECCA-21F25CA69774}"/>
              </a:ext>
            </a:extLst>
          </p:cNvPr>
          <p:cNvSpPr txBox="1"/>
          <p:nvPr/>
        </p:nvSpPr>
        <p:spPr>
          <a:xfrm>
            <a:off x="6279630" y="925009"/>
            <a:ext cx="2743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You can see the song here in your preferred key with the relevant “Transpose” or “Capo”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99C9BB-C9C1-6143-B01D-8E72D72EAA9B}"/>
              </a:ext>
            </a:extLst>
          </p:cNvPr>
          <p:cNvSpPr txBox="1"/>
          <p:nvPr/>
        </p:nvSpPr>
        <p:spPr>
          <a:xfrm>
            <a:off x="-21776" y="5505272"/>
            <a:ext cx="29950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Here you click “Review &amp; approve” to make changes</a:t>
            </a:r>
          </a:p>
        </p:txBody>
      </p:sp>
    </p:spTree>
    <p:extLst>
      <p:ext uri="{BB962C8B-B14F-4D97-AF65-F5344CB8AC3E}">
        <p14:creationId xmlns:p14="http://schemas.microsoft.com/office/powerpoint/2010/main" val="403258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7D3A6-4B16-CE6A-1BD6-0B63452D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ACD8049-A445-0EF5-7765-25A4646F972F}"/>
              </a:ext>
            </a:extLst>
          </p:cNvPr>
          <p:cNvSpPr/>
          <p:nvPr/>
        </p:nvSpPr>
        <p:spPr>
          <a:xfrm>
            <a:off x="2973231" y="674916"/>
            <a:ext cx="782340" cy="5116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031099-7B49-781C-9317-3D9E6A59947C}"/>
              </a:ext>
            </a:extLst>
          </p:cNvPr>
          <p:cNvSpPr txBox="1"/>
          <p:nvPr/>
        </p:nvSpPr>
        <p:spPr>
          <a:xfrm>
            <a:off x="118316" y="699896"/>
            <a:ext cx="274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Click on edit</a:t>
            </a:r>
          </a:p>
        </p:txBody>
      </p:sp>
    </p:spTree>
    <p:extLst>
      <p:ext uri="{BB962C8B-B14F-4D97-AF65-F5344CB8AC3E}">
        <p14:creationId xmlns:p14="http://schemas.microsoft.com/office/powerpoint/2010/main" val="230657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FD058-01C0-CF25-0C88-D94932F8B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3B9CBE-A5C9-8096-877B-EF99E03F1BDB}"/>
              </a:ext>
            </a:extLst>
          </p:cNvPr>
          <p:cNvSpPr txBox="1"/>
          <p:nvPr/>
        </p:nvSpPr>
        <p:spPr>
          <a:xfrm>
            <a:off x="6257859" y="129569"/>
            <a:ext cx="27432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Here you will see how the chords are against the lyrics.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9FA690-683C-2FA8-F42E-ADD324FEA40B}"/>
              </a:ext>
            </a:extLst>
          </p:cNvPr>
          <p:cNvSpPr txBox="1"/>
          <p:nvPr/>
        </p:nvSpPr>
        <p:spPr>
          <a:xfrm>
            <a:off x="6257859" y="2415569"/>
            <a:ext cx="27432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[..] square brackets are for chords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3DED8C-AC2E-B570-FF46-5C487256F19B}"/>
              </a:ext>
            </a:extLst>
          </p:cNvPr>
          <p:cNvSpPr txBox="1"/>
          <p:nvPr/>
        </p:nvSpPr>
        <p:spPr>
          <a:xfrm>
            <a:off x="6257859" y="4015769"/>
            <a:ext cx="274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# is for </a:t>
            </a:r>
            <a:r>
              <a:rPr lang="en-US" sz="2400" b="1" u="sng" dirty="0">
                <a:solidFill>
                  <a:srgbClr val="FF0000"/>
                </a:solidFill>
              </a:rPr>
              <a:t>sections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E8E0CE-6F7A-B41D-9669-CF0433271D9B}"/>
              </a:ext>
            </a:extLst>
          </p:cNvPr>
          <p:cNvSpPr txBox="1"/>
          <p:nvPr/>
        </p:nvSpPr>
        <p:spPr>
          <a:xfrm>
            <a:off x="229979" y="2046237"/>
            <a:ext cx="2743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rgbClr val="FF0000"/>
                </a:solidFill>
              </a:rPr>
              <a:t>Here we can manually make changes to the chords, lyrics and arrangement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BD1E7-2EAB-FFF5-A994-A337419A374E}"/>
              </a:ext>
            </a:extLst>
          </p:cNvPr>
          <p:cNvSpPr txBox="1"/>
          <p:nvPr/>
        </p:nvSpPr>
        <p:spPr>
          <a:xfrm>
            <a:off x="6257859" y="4583391"/>
            <a:ext cx="2743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Sections are important because they map to the conductor notes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0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756E-8501-0F79-5600-C72112C9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93ACD8-314D-0C70-DBBC-B77BEB858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00E6D7-58D2-1681-8D5C-E6926DAAE3A8}"/>
              </a:ext>
            </a:extLst>
          </p:cNvPr>
          <p:cNvCxnSpPr/>
          <p:nvPr/>
        </p:nvCxnSpPr>
        <p:spPr>
          <a:xfrm>
            <a:off x="3951515" y="3298371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3AA848-B463-228F-C929-0D9CC8F923B8}"/>
              </a:ext>
            </a:extLst>
          </p:cNvPr>
          <p:cNvCxnSpPr/>
          <p:nvPr/>
        </p:nvCxnSpPr>
        <p:spPr>
          <a:xfrm>
            <a:off x="3712030" y="2590796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0B4A96-DC8B-28B6-7B88-49D5962EAC64}"/>
              </a:ext>
            </a:extLst>
          </p:cNvPr>
          <p:cNvCxnSpPr/>
          <p:nvPr/>
        </p:nvCxnSpPr>
        <p:spPr>
          <a:xfrm>
            <a:off x="3929742" y="2253342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FE8F42-B492-FEE0-22F5-AEA60A0D4C3A}"/>
              </a:ext>
            </a:extLst>
          </p:cNvPr>
          <p:cNvCxnSpPr/>
          <p:nvPr/>
        </p:nvCxnSpPr>
        <p:spPr>
          <a:xfrm>
            <a:off x="5029199" y="3483428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B014E7-81E0-1CDF-0CAB-087340371341}"/>
              </a:ext>
            </a:extLst>
          </p:cNvPr>
          <p:cNvCxnSpPr/>
          <p:nvPr/>
        </p:nvCxnSpPr>
        <p:spPr>
          <a:xfrm>
            <a:off x="4855030" y="3820887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96D1EC-322B-C34E-5857-E2F72C0A52DC}"/>
              </a:ext>
            </a:extLst>
          </p:cNvPr>
          <p:cNvCxnSpPr/>
          <p:nvPr/>
        </p:nvCxnSpPr>
        <p:spPr>
          <a:xfrm>
            <a:off x="4234543" y="3995053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41B3E6-CD08-FCC6-4ED7-887C98AB6514}"/>
              </a:ext>
            </a:extLst>
          </p:cNvPr>
          <p:cNvCxnSpPr/>
          <p:nvPr/>
        </p:nvCxnSpPr>
        <p:spPr>
          <a:xfrm>
            <a:off x="4354288" y="4190999"/>
            <a:ext cx="27214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AEADF2-44E8-5E57-CB33-CDAE77E92A00}"/>
              </a:ext>
            </a:extLst>
          </p:cNvPr>
          <p:cNvSpPr txBox="1"/>
          <p:nvPr/>
        </p:nvSpPr>
        <p:spPr>
          <a:xfrm>
            <a:off x="6170774" y="1513343"/>
            <a:ext cx="27432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When we first upload, its common to see some errors, which have to be manually corrected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22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3D4956-0D8F-F131-AEA6-861D39F6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8C9AA0D-858F-1CF8-DEDB-EB986872EC4A}"/>
              </a:ext>
            </a:extLst>
          </p:cNvPr>
          <p:cNvSpPr/>
          <p:nvPr/>
        </p:nvSpPr>
        <p:spPr>
          <a:xfrm>
            <a:off x="4366603" y="6139543"/>
            <a:ext cx="1978343" cy="63137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47AB2E-7F8B-5E3A-B41E-9FA2899746B1}"/>
              </a:ext>
            </a:extLst>
          </p:cNvPr>
          <p:cNvSpPr txBox="1"/>
          <p:nvPr/>
        </p:nvSpPr>
        <p:spPr>
          <a:xfrm>
            <a:off x="6344946" y="4462590"/>
            <a:ext cx="2743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Once corrections are done, you can click “Approve &amp; publish” to have the song chord go live</a:t>
            </a:r>
            <a:endParaRPr lang="en-US" sz="24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860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477881-5F9A-6F0E-2C3E-897C86705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231" y="0"/>
            <a:ext cx="3197543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893D83-A703-0799-ECBF-DF394CCA891C}"/>
              </a:ext>
            </a:extLst>
          </p:cNvPr>
          <p:cNvSpPr txBox="1"/>
          <p:nvPr/>
        </p:nvSpPr>
        <p:spPr>
          <a:xfrm>
            <a:off x="6279630" y="2967335"/>
            <a:ext cx="2743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Done!</a:t>
            </a:r>
          </a:p>
        </p:txBody>
      </p:sp>
    </p:spTree>
    <p:extLst>
      <p:ext uri="{BB962C8B-B14F-4D97-AF65-F5344CB8AC3E}">
        <p14:creationId xmlns:p14="http://schemas.microsoft.com/office/powerpoint/2010/main" val="161103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</TotalTime>
  <Words>254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Almeida</dc:creator>
  <cp:lastModifiedBy>Aaron Almeida</cp:lastModifiedBy>
  <cp:revision>1</cp:revision>
  <dcterms:created xsi:type="dcterms:W3CDTF">2026-07-24T07:34:57Z</dcterms:created>
  <dcterms:modified xsi:type="dcterms:W3CDTF">2026-07-24T11:07:20Z</dcterms:modified>
</cp:coreProperties>
</file>